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61F54-474E-4CC0-9231-FF4173945848}" v="2" dt="2026-03-31T14:19:58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5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mathi S" userId="5ee3b4a1f5a52eef" providerId="LiveId" clId="{D27730DA-B2B3-44E5-B91D-FDC3FC14468A}"/>
    <pc:docChg chg="custSel modSld">
      <pc:chgData name="Gomathi S" userId="5ee3b4a1f5a52eef" providerId="LiveId" clId="{D27730DA-B2B3-44E5-B91D-FDC3FC14468A}" dt="2026-03-31T14:21:21.032" v="685" actId="14100"/>
      <pc:docMkLst>
        <pc:docMk/>
      </pc:docMkLst>
      <pc:sldChg chg="modSp mod">
        <pc:chgData name="Gomathi S" userId="5ee3b4a1f5a52eef" providerId="LiveId" clId="{D27730DA-B2B3-44E5-B91D-FDC3FC14468A}" dt="2026-03-31T14:21:21.032" v="685" actId="14100"/>
        <pc:sldMkLst>
          <pc:docMk/>
          <pc:sldMk cId="256563376" sldId="256"/>
        </pc:sldMkLst>
        <pc:spChg chg="mod">
          <ac:chgData name="Gomathi S" userId="5ee3b4a1f5a52eef" providerId="LiveId" clId="{D27730DA-B2B3-44E5-B91D-FDC3FC14468A}" dt="2026-03-31T14:19:39.751" v="651" actId="113"/>
          <ac:spMkLst>
            <pc:docMk/>
            <pc:sldMk cId="256563376" sldId="256"/>
            <ac:spMk id="4" creationId="{8AA8AD9D-7A0B-C6A9-0AB3-FE79BA3B9DE1}"/>
          </ac:spMkLst>
        </pc:spChg>
        <pc:spChg chg="mod">
          <ac:chgData name="Gomathi S" userId="5ee3b4a1f5a52eef" providerId="LiveId" clId="{D27730DA-B2B3-44E5-B91D-FDC3FC14468A}" dt="2026-03-31T14:20:46.739" v="676" actId="207"/>
          <ac:spMkLst>
            <pc:docMk/>
            <pc:sldMk cId="256563376" sldId="256"/>
            <ac:spMk id="5" creationId="{27FF5112-E280-F2A1-B430-6DA4712D1131}"/>
          </ac:spMkLst>
        </pc:spChg>
        <pc:spChg chg="mod">
          <ac:chgData name="Gomathi S" userId="5ee3b4a1f5a52eef" providerId="LiveId" clId="{D27730DA-B2B3-44E5-B91D-FDC3FC14468A}" dt="2026-03-31T14:18:40.913" v="642" actId="1035"/>
          <ac:spMkLst>
            <pc:docMk/>
            <pc:sldMk cId="256563376" sldId="256"/>
            <ac:spMk id="6" creationId="{2E0BAF25-FC1A-8D64-A727-699D8E1AB7E9}"/>
          </ac:spMkLst>
        </pc:spChg>
        <pc:spChg chg="mod">
          <ac:chgData name="Gomathi S" userId="5ee3b4a1f5a52eef" providerId="LiveId" clId="{D27730DA-B2B3-44E5-B91D-FDC3FC14468A}" dt="2026-03-31T14:18:40.913" v="642" actId="1035"/>
          <ac:spMkLst>
            <pc:docMk/>
            <pc:sldMk cId="256563376" sldId="256"/>
            <ac:spMk id="7" creationId="{AB5386D1-4EAD-D19E-011F-C4D04DC3B3A7}"/>
          </ac:spMkLst>
        </pc:spChg>
        <pc:spChg chg="mod">
          <ac:chgData name="Gomathi S" userId="5ee3b4a1f5a52eef" providerId="LiveId" clId="{D27730DA-B2B3-44E5-B91D-FDC3FC14468A}" dt="2026-03-31T14:18:40.913" v="642" actId="1035"/>
          <ac:spMkLst>
            <pc:docMk/>
            <pc:sldMk cId="256563376" sldId="256"/>
            <ac:spMk id="8" creationId="{13AED945-D109-926E-4CB1-5BB64EDF12A4}"/>
          </ac:spMkLst>
        </pc:spChg>
        <pc:spChg chg="mod">
          <ac:chgData name="Gomathi S" userId="5ee3b4a1f5a52eef" providerId="LiveId" clId="{D27730DA-B2B3-44E5-B91D-FDC3FC14468A}" dt="2026-03-31T14:21:21.032" v="685" actId="14100"/>
          <ac:spMkLst>
            <pc:docMk/>
            <pc:sldMk cId="256563376" sldId="256"/>
            <ac:spMk id="16" creationId="{B766EF82-5577-0B22-53D8-019A614C8BDD}"/>
          </ac:spMkLst>
        </pc:spChg>
        <pc:spChg chg="mod">
          <ac:chgData name="Gomathi S" userId="5ee3b4a1f5a52eef" providerId="LiveId" clId="{D27730DA-B2B3-44E5-B91D-FDC3FC14468A}" dt="2026-03-31T14:20:58.834" v="677" actId="207"/>
          <ac:spMkLst>
            <pc:docMk/>
            <pc:sldMk cId="256563376" sldId="256"/>
            <ac:spMk id="23" creationId="{A558418E-1B5A-AD3F-D097-07A10FA90C27}"/>
          </ac:spMkLst>
        </pc:spChg>
        <pc:cxnChg chg="mod">
          <ac:chgData name="Gomathi S" userId="5ee3b4a1f5a52eef" providerId="LiveId" clId="{D27730DA-B2B3-44E5-B91D-FDC3FC14468A}" dt="2026-03-31T14:13:56.316" v="8" actId="1038"/>
          <ac:cxnSpMkLst>
            <pc:docMk/>
            <pc:sldMk cId="256563376" sldId="256"/>
            <ac:cxnSpMk id="12" creationId="{8583416A-B0C8-5D61-DEA3-F19DAFDD1F9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F69E-4003-F2A5-39DF-F55E260A0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2522-6257-FC8B-8340-01B88F7A6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9410E-AE52-5A2E-C9A1-80ABED6B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E8448-06E0-9452-8BEB-955FC5C6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A7C91-D30B-EC51-4A2A-CF53F2D6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668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0DB4-8E2F-6CBD-7EE5-C98CA41D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CAE96-6A53-6C8A-60BE-90E9A048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E4592-77D4-D1EB-B3BB-52E718F3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99152-D5B6-D0B4-F7CB-6B70EEE7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937A9-5EA4-BE68-5441-4A3F72A9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8180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3CA3-2004-FDF9-332A-F9E5774A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A4907-1E55-B825-072F-8DC8356BB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BCABC-91EA-5E19-2725-4A2BFB94A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49AE1-AB19-6B64-A79B-2A1E5379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90C80-D00D-DCD4-AB42-46DF0038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194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7A13-498B-CBF4-2C5E-AD4814AA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D099D-2414-E272-423F-656BE865E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C8FFE-6694-E045-BD9F-5FB9F17FD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D7403-1E1B-92A1-E77F-0D50F8C6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5ABDE-16B9-CF84-126D-0A49D64C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D5796-7FC6-488C-E892-45B31E12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1238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7F2A-BE8F-20FF-60B7-72703798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FB71E-DDC1-8907-210D-65F3B240B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8FB7B-08A6-F75F-68A1-B72628066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8AC95F-7C78-EC6F-489A-FBDF42426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A4318-1774-C137-AA7C-7DC2C38A6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8CF82-A9CD-EE39-D60D-BAD71CF6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F4271-37A8-BFB6-C84C-0786F4E6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68014E-AB48-3332-74F4-BEC9B555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189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95E3-AE02-AF04-2ED9-6D77820B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AAA67-180F-E787-0347-77C0BB37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AE1E6-E777-BA01-3E25-89507568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B9FBB-036B-C832-AA5C-745F57B3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1826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5832D-063C-6107-4612-ABBEEA48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C8943-5746-0E0E-9339-C1C5AD4A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BA8CC-41B0-B224-C68A-BB4988C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5440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AFBF-F4F8-794F-CF2C-37451C00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AAD3-B0E6-3F52-6B53-F9B4C95FC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756F1-9728-AE2A-E6E5-F262D00DD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632FA-2E11-6918-8DAC-557A7068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63C6C-24E9-E20A-5B15-C5B05EBE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574EB-1BF9-226D-FDB6-85AE28EE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8950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B84B-D2F0-30B9-FA85-461B2BBA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656C9-41B1-B3C8-12FB-C6A4E613A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FD780-C0AE-9D73-CE11-BB831E2DC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C3110-1ADA-2F05-E54F-5865044B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B9A1D-CF9A-3C06-8C1E-4A209F93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017AF-3F56-98B4-EFE8-EE6E4CE9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5084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705E3-A441-3190-D975-FF106D57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715FD-6A89-7933-88E7-D7AD56D47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4B3E-FC12-D7A1-6F37-5FC47F12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CE06-066B-CA71-0255-8BC946AA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9215-F089-175E-5FBC-85C26367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137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9E7A1-AAEA-4F6B-CEAD-AE2A31671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DA9D3-14BC-9571-70D7-D5B974DD2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B7F0A-4611-5D32-4F22-83B5FED3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779B2-F1A7-1B42-75D5-F899428D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C6E66-F518-E2BF-88C4-79BE053C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0250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EF3E6-399F-902E-3770-950594DD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228C-3DAE-1C98-6326-149D65844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86FB9-2D01-9BC2-B6F3-81D3FAC57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ECE06-ACEF-4B61-B3A0-FF6BBD4210A5}" type="datetimeFigureOut">
              <a:rPr lang="en-CH" smtClean="0"/>
              <a:t>31/03/2026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7A2AE-B89A-EE73-007D-307B9B9CB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5BC9F-E2B2-F86E-2A48-912ED1C02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DA6B2-7BA3-4349-99ED-AFD369554BA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762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558418E-1B5A-AD3F-D097-07A10FA90C27}"/>
              </a:ext>
            </a:extLst>
          </p:cNvPr>
          <p:cNvSpPr/>
          <p:nvPr/>
        </p:nvSpPr>
        <p:spPr>
          <a:xfrm>
            <a:off x="125260" y="1077238"/>
            <a:ext cx="1352811" cy="30688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b="1" dirty="0"/>
              <a:t>Azure</a:t>
            </a:r>
            <a:endParaRPr lang="en-CH" b="1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8AA8AD9D-7A0B-C6A9-0AB3-FE79BA3B9DE1}"/>
              </a:ext>
            </a:extLst>
          </p:cNvPr>
          <p:cNvSpPr/>
          <p:nvPr/>
        </p:nvSpPr>
        <p:spPr>
          <a:xfrm>
            <a:off x="313152" y="1427966"/>
            <a:ext cx="1014608" cy="2129425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ADLS</a:t>
            </a:r>
          </a:p>
          <a:p>
            <a:pPr algn="ctr"/>
            <a:r>
              <a:rPr lang="en-GB" dirty="0" err="1">
                <a:solidFill>
                  <a:schemeClr val="tx1"/>
                </a:solidFill>
              </a:rPr>
              <a:t>StorageAccount</a:t>
            </a:r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FF5112-E280-F2A1-B430-6DA4712D1131}"/>
              </a:ext>
            </a:extLst>
          </p:cNvPr>
          <p:cNvSpPr/>
          <p:nvPr/>
        </p:nvSpPr>
        <p:spPr>
          <a:xfrm>
            <a:off x="1786169" y="460331"/>
            <a:ext cx="9424627" cy="59154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b="1" dirty="0"/>
              <a:t>Databricks</a:t>
            </a:r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dirty="0"/>
          </a:p>
          <a:p>
            <a:pPr marL="342900" indent="-342900" algn="ctr">
              <a:buAutoNum type="arabicPeriod"/>
            </a:pPr>
            <a:endParaRPr lang="en-GB" dirty="0"/>
          </a:p>
          <a:p>
            <a:pPr marL="342900" indent="-342900" algn="ctr">
              <a:buAutoNum type="arabicPeriod"/>
            </a:pPr>
            <a:endParaRPr lang="en-GB" dirty="0"/>
          </a:p>
          <a:p>
            <a:pPr marL="342900" indent="-342900" algn="ctr"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Raw ingestion of source files using Autoloader. Checkpoints used for processing files only once.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Data cleaning activities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 _rescued_data field was used to retrieve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 Concatenated date and time fields to build timestamp field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standardized the datatypes for fields where needed.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Created Aggregated tables to store the Alert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PEP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Sanction fuzzy matches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High volume transactions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Dashboard creation using the gold layer tables to report all the risk metrics.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CH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0BAF25-FC1A-8D64-A727-699D8E1AB7E9}"/>
              </a:ext>
            </a:extLst>
          </p:cNvPr>
          <p:cNvSpPr/>
          <p:nvPr/>
        </p:nvSpPr>
        <p:spPr>
          <a:xfrm>
            <a:off x="1874729" y="1471807"/>
            <a:ext cx="1979112" cy="159080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Bronze</a:t>
            </a:r>
          </a:p>
          <a:p>
            <a:pPr algn="ctr"/>
            <a:r>
              <a:rPr lang="en-GB" dirty="0"/>
              <a:t>Transactions</a:t>
            </a:r>
          </a:p>
          <a:p>
            <a:pPr algn="ctr"/>
            <a:r>
              <a:rPr lang="en-GB" dirty="0"/>
              <a:t>Clients</a:t>
            </a:r>
          </a:p>
          <a:p>
            <a:pPr algn="ctr"/>
            <a:r>
              <a:rPr lang="en-GB" dirty="0"/>
              <a:t>accounts</a:t>
            </a:r>
            <a:endParaRPr lang="en-CH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5386D1-4EAD-D19E-011F-C4D04DC3B3A7}"/>
              </a:ext>
            </a:extLst>
          </p:cNvPr>
          <p:cNvSpPr/>
          <p:nvPr/>
        </p:nvSpPr>
        <p:spPr>
          <a:xfrm>
            <a:off x="4354884" y="1471807"/>
            <a:ext cx="1979112" cy="159080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b="1" dirty="0"/>
          </a:p>
          <a:p>
            <a:pPr algn="ctr"/>
            <a:r>
              <a:rPr lang="en-GB" b="1" dirty="0"/>
              <a:t>Silver</a:t>
            </a:r>
          </a:p>
          <a:p>
            <a:pPr algn="ctr"/>
            <a:r>
              <a:rPr lang="en-GB" dirty="0"/>
              <a:t>Transactions</a:t>
            </a:r>
          </a:p>
          <a:p>
            <a:pPr algn="ctr"/>
            <a:r>
              <a:rPr lang="en-GB" dirty="0"/>
              <a:t>Clients</a:t>
            </a:r>
          </a:p>
          <a:p>
            <a:pPr algn="ctr"/>
            <a:r>
              <a:rPr lang="en-GB" dirty="0"/>
              <a:t>accounts</a:t>
            </a:r>
            <a:endParaRPr lang="en-CH" dirty="0"/>
          </a:p>
          <a:p>
            <a:pPr algn="ctr"/>
            <a:endParaRPr lang="en-CH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AED945-D109-926E-4CB1-5BB64EDF12A4}"/>
              </a:ext>
            </a:extLst>
          </p:cNvPr>
          <p:cNvSpPr/>
          <p:nvPr/>
        </p:nvSpPr>
        <p:spPr>
          <a:xfrm>
            <a:off x="7043804" y="1471807"/>
            <a:ext cx="2187878" cy="159080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Gold</a:t>
            </a:r>
          </a:p>
          <a:p>
            <a:pPr algn="ctr"/>
            <a:r>
              <a:rPr lang="en-CH" dirty="0" err="1"/>
              <a:t>HighVolTrans</a:t>
            </a:r>
            <a:endParaRPr lang="en-GB" dirty="0"/>
          </a:p>
          <a:p>
            <a:pPr algn="ctr"/>
            <a:r>
              <a:rPr lang="en-CH" dirty="0" err="1"/>
              <a:t>PEPCustomerAlert</a:t>
            </a:r>
            <a:endParaRPr lang="en-GB" dirty="0"/>
          </a:p>
          <a:p>
            <a:pPr algn="ctr"/>
            <a:r>
              <a:rPr lang="en-CH" dirty="0" err="1"/>
              <a:t>CustSanctionAlert</a:t>
            </a:r>
            <a:endParaRPr lang="en-C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83416A-B0C8-5D61-DEA3-F19DAFDD1F9B}"/>
              </a:ext>
            </a:extLst>
          </p:cNvPr>
          <p:cNvCxnSpPr>
            <a:cxnSpLocks/>
          </p:cNvCxnSpPr>
          <p:nvPr/>
        </p:nvCxnSpPr>
        <p:spPr>
          <a:xfrm>
            <a:off x="1440493" y="2467627"/>
            <a:ext cx="4091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8BBDFD-56AF-1295-85F1-F5F836AEC502}"/>
              </a:ext>
            </a:extLst>
          </p:cNvPr>
          <p:cNvCxnSpPr/>
          <p:nvPr/>
        </p:nvCxnSpPr>
        <p:spPr>
          <a:xfrm>
            <a:off x="3958226" y="2442575"/>
            <a:ext cx="359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D42A8D-F6D7-2DBF-21F4-E7265F2C217D}"/>
              </a:ext>
            </a:extLst>
          </p:cNvPr>
          <p:cNvCxnSpPr/>
          <p:nvPr/>
        </p:nvCxnSpPr>
        <p:spPr>
          <a:xfrm>
            <a:off x="6530236" y="2459276"/>
            <a:ext cx="359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B766EF82-5577-0B22-53D8-019A614C8BDD}"/>
              </a:ext>
            </a:extLst>
          </p:cNvPr>
          <p:cNvSpPr/>
          <p:nvPr/>
        </p:nvSpPr>
        <p:spPr>
          <a:xfrm>
            <a:off x="9732724" y="1252602"/>
            <a:ext cx="1340284" cy="2001032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AML Dashboard</a:t>
            </a:r>
            <a:endParaRPr lang="en-CH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EA8F8-4585-4B91-AC0E-1EAC5B345998}"/>
              </a:ext>
            </a:extLst>
          </p:cNvPr>
          <p:cNvSpPr txBox="1"/>
          <p:nvPr/>
        </p:nvSpPr>
        <p:spPr>
          <a:xfrm>
            <a:off x="1478071" y="2141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  <a:endParaRPr lang="en-C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A0BDDF-8494-5716-F2B9-2AE49602335C}"/>
              </a:ext>
            </a:extLst>
          </p:cNvPr>
          <p:cNvSpPr txBox="1"/>
          <p:nvPr/>
        </p:nvSpPr>
        <p:spPr>
          <a:xfrm>
            <a:off x="3958226" y="20732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  <a:endParaRPr lang="en-CH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737AF-12EE-1E19-EFB8-AAFE7B1AF053}"/>
              </a:ext>
            </a:extLst>
          </p:cNvPr>
          <p:cNvSpPr txBox="1"/>
          <p:nvPr/>
        </p:nvSpPr>
        <p:spPr>
          <a:xfrm>
            <a:off x="6563640" y="2114996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  <a:endParaRPr lang="en-CH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4BE2FB-76BC-8D90-BE39-FECDB76AD6D4}"/>
              </a:ext>
            </a:extLst>
          </p:cNvPr>
          <p:cNvCxnSpPr/>
          <p:nvPr/>
        </p:nvCxnSpPr>
        <p:spPr>
          <a:xfrm>
            <a:off x="9352766" y="2489455"/>
            <a:ext cx="359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9158CC-B43B-27A9-ACA1-D3B8955A1C6C}"/>
              </a:ext>
            </a:extLst>
          </p:cNvPr>
          <p:cNvSpPr txBox="1"/>
          <p:nvPr/>
        </p:nvSpPr>
        <p:spPr>
          <a:xfrm>
            <a:off x="9386170" y="214517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6563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Gomathi S</dc:creator>
  <cp:lastModifiedBy>Gomathi S</cp:lastModifiedBy>
  <cp:revision>1</cp:revision>
  <dcterms:created xsi:type="dcterms:W3CDTF">2026-03-31T14:03:58Z</dcterms:created>
  <dcterms:modified xsi:type="dcterms:W3CDTF">2026-03-31T14:21:23Z</dcterms:modified>
</cp:coreProperties>
</file>